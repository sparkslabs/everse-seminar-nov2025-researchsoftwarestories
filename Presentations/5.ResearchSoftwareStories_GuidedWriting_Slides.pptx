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7216"/>
    <p:restoredTop autoAdjust="0" sz="96354"/>
  </p:normalViewPr>
  <p:slideViewPr>
    <p:cSldViewPr snapToGrid="0" snapToObjects="1">
      <p:cViewPr>
        <p:scale>
          <a:sx d="100" n="156"/>
          <a:sy d="100" n="156"/>
        </p:scale>
        <p:origin x="248" y="44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 algn="l">
              <a:defRPr baseline="0">
                <a:latin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6400800" cy="131445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  <a:latin typeface="Roboto Light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>
            <a:lvl1pPr algn="l">
              <a:defRPr baseline="0">
                <a:latin typeface="Roboto Light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1917"/>
            <a:ext cx="8229600" cy="3062705"/>
          </a:xfrm>
        </p:spPr>
        <p:txBody>
          <a:bodyPr/>
          <a:lstStyle>
            <a:lvl1pPr>
              <a:defRPr sz="1800" baseline="0">
                <a:latin typeface="Roboto Light" panose="02000000000000000000" pitchFamily="2" charset="0"/>
              </a:defRPr>
            </a:lvl1pPr>
            <a:lvl2pPr>
              <a:defRPr sz="1800" baseline="0">
                <a:latin typeface="Roboto Light" panose="02000000000000000000" pitchFamily="2" charset="0"/>
              </a:defRPr>
            </a:lvl2pPr>
            <a:lvl3pPr>
              <a:defRPr sz="1800" baseline="0">
                <a:latin typeface="Roboto Light" panose="02000000000000000000" pitchFamily="2" charset="0"/>
              </a:defRPr>
            </a:lvl3pPr>
            <a:lvl4pPr>
              <a:defRPr sz="1800" baseline="0">
                <a:latin typeface="Roboto Light" panose="02000000000000000000" pitchFamily="2" charset="0"/>
              </a:defRPr>
            </a:lvl4pPr>
            <a:lvl5pPr>
              <a:defRPr sz="1800" baseline="0">
                <a:latin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DDAD8-9F94-7BB2-18E4-64F35EF11890}"/>
              </a:ext>
            </a:extLst>
          </p:cNvPr>
          <p:cNvSpPr txBox="1"/>
          <p:nvPr userDrawn="1"/>
        </p:nvSpPr>
        <p:spPr>
          <a:xfrm>
            <a:off x="3902529" y="4777227"/>
            <a:ext cx="524147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aseline="0" dirty="0" err="1">
                <a:latin typeface="Roboto Light" panose="02000000000000000000" pitchFamily="2" charset="0"/>
              </a:rPr>
              <a:t>michael.sparks@manchester.ac.uk</a:t>
            </a:r>
            <a:r>
              <a:rPr lang="en-US" sz="1050" baseline="0" dirty="0">
                <a:latin typeface="Roboto Light" panose="02000000000000000000" pitchFamily="2" charset="0"/>
              </a:rPr>
              <a:t> - https://</a:t>
            </a:r>
            <a:r>
              <a:rPr lang="en-US" sz="1050" baseline="0" dirty="0" err="1">
                <a:latin typeface="Roboto Light" panose="02000000000000000000" pitchFamily="2" charset="0"/>
              </a:rPr>
              <a:t>www.linkedin.com</a:t>
            </a:r>
            <a:r>
              <a:rPr lang="en-US" sz="1050" baseline="0" dirty="0">
                <a:latin typeface="Roboto Light" panose="02000000000000000000" pitchFamily="2" charset="0"/>
              </a:rPr>
              <a:t>/in/</a:t>
            </a:r>
            <a:r>
              <a:rPr lang="en-US" sz="1050" baseline="0" dirty="0" err="1">
                <a:latin typeface="Roboto Light" panose="02000000000000000000" pitchFamily="2" charset="0"/>
              </a:rPr>
              <a:t>michael</a:t>
            </a:r>
            <a:r>
              <a:rPr lang="en-US" sz="1050" baseline="0" dirty="0">
                <a:latin typeface="Roboto Light" panose="02000000000000000000" pitchFamily="2" charset="0"/>
              </a:rPr>
              <a:t>-sparks-</a:t>
            </a:r>
            <a:r>
              <a:rPr lang="en-US" sz="1050" baseline="0" dirty="0" err="1">
                <a:latin typeface="Roboto Light" panose="02000000000000000000" pitchFamily="2" charset="0"/>
              </a:rPr>
              <a:t>uk</a:t>
            </a:r>
            <a:r>
              <a:rPr lang="en-US" sz="1050" baseline="0" dirty="0">
                <a:latin typeface="Roboto Light" panose="02000000000000000000" pitchFamily="2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tinyurl.com/EVERSE202511-RSS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Strengthen your Research by Telling Its Software Story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6858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5 - Guided Writing Session</a:t>
            </a:r>
            <a:br/>
            <a:br/>
            <a:r>
              <a:rPr/>
              <a:t>EVERSE Network Training, Michael Sparks (Nov 2025)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First Part</a:t>
            </a:r>
          </a:p>
          <a:p>
            <a:pPr lvl="0"/>
            <a:r>
              <a:rPr/>
              <a:t>1 Introduction and context</a:t>
            </a:r>
          </a:p>
          <a:p>
            <a:pPr lvl="0"/>
            <a:r>
              <a:rPr/>
              <a:t>2 What are Research Software Stories?</a:t>
            </a:r>
          </a:p>
          <a:p>
            <a:pPr lvl="0"/>
            <a:r>
              <a:rPr/>
              <a:t>3 Why write them</a:t>
            </a:r>
          </a:p>
          <a:p>
            <a:pPr lvl="0"/>
            <a:r>
              <a:rPr/>
              <a:t>4 How we write them - Template walkthrough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 i="1"/>
              <a:t>Second Part</a:t>
            </a:r>
            <a:r>
              <a:rPr b="1"/>
              <a:t> &lt;– We are here</a:t>
            </a:r>
          </a:p>
          <a:p>
            <a:pPr lvl="0"/>
            <a:r>
              <a:rPr/>
              <a:t>Guided Writing Session</a:t>
            </a:r>
          </a:p>
          <a:p>
            <a:pPr lvl="0"/>
            <a:r>
              <a:rPr/>
              <a:t>Discussion, Q&amp;A</a:t>
            </a:r>
          </a:p>
          <a:p>
            <a:pPr lvl="0"/>
            <a:r>
              <a:rPr/>
              <a:t>Support Materials </a:t>
            </a:r>
            <a:r>
              <a:rPr>
                <a:hlinkClick r:id="rId2"/>
              </a:rPr>
              <a:t>https://tinyurl.com/EVERSE202511-RSS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Guided Writing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hour you will draft the first version of your Research Software Story.</a:t>
            </a:r>
          </a:p>
          <a:p>
            <a:pPr lvl="0"/>
            <a:r>
              <a:rPr/>
              <a:t>Write </a:t>
            </a:r>
            <a:r>
              <a:rPr b="1"/>
              <a:t>2-3 full sentences</a:t>
            </a:r>
            <a:r>
              <a:rPr/>
              <a:t> for each section</a:t>
            </a:r>
          </a:p>
          <a:p>
            <a:pPr lvl="0"/>
            <a:r>
              <a:rPr/>
              <a:t>Then add short bullets if useful</a:t>
            </a:r>
          </a:p>
          <a:p>
            <a:pPr lvl="0"/>
            <a:r>
              <a:rPr/>
              <a:t>No perfection required</a:t>
            </a:r>
          </a:p>
          <a:p>
            <a:pPr lvl="0"/>
            <a:r>
              <a:rPr/>
              <a:t>Capture what is </a:t>
            </a:r>
            <a:r>
              <a:rPr i="1"/>
              <a:t>true now</a:t>
            </a:r>
            <a:r>
              <a:rPr/>
              <a:t> - not an idealised future</a:t>
            </a:r>
          </a:p>
          <a:p>
            <a:pPr lvl="0"/>
            <a:r>
              <a:rPr/>
              <a:t>Hopefully we can do this in an interactive fashion.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to Approach This Hour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Move section by section</a:t>
            </a:r>
          </a:p>
          <a:p>
            <a:pPr lvl="0"/>
            <a:r>
              <a:rPr/>
              <a:t>Spend 3-5 minutes per slide</a:t>
            </a:r>
          </a:p>
          <a:p>
            <a:pPr lvl="0"/>
            <a:r>
              <a:rPr/>
              <a:t>Don’t overthink phrasing - clarity first</a:t>
            </a:r>
          </a:p>
          <a:p>
            <a:pPr lvl="0"/>
            <a:r>
              <a:rPr/>
              <a:t>Write what you </a:t>
            </a:r>
            <a:r>
              <a:rPr i="1"/>
              <a:t>wish someone had told you</a:t>
            </a:r>
            <a:r>
              <a:rPr/>
              <a:t> when you joined the project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scientific or practical problem does the software solve?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What was difficult, fragile, slow, or unreliable before this software existed?</a:t>
            </a:r>
          </a:p>
          <a:p>
            <a:pPr lvl="0"/>
            <a:r>
              <a:rPr/>
              <a:t>What scientific question or workflow needed improvement?</a:t>
            </a:r>
          </a:p>
          <a:p>
            <a:pPr lvl="0"/>
            <a:r>
              <a:rPr/>
              <a:t>Why was existing tooling not enough?</a:t>
            </a:r>
          </a:p>
          <a:p>
            <a:pPr lvl="0"/>
            <a:r>
              <a:rPr/>
              <a:t>What assumptions sit behind the problem?</a:t>
            </a:r>
          </a:p>
          <a:p>
            <a:pPr lvl="0"/>
            <a:r>
              <a:rPr/>
              <a:t>What boundaries or limitations define the scope?</a:t>
            </a:r>
          </a:p>
          <a:p>
            <a:pPr lvl="0" indent="0" marL="0">
              <a:buNone/>
            </a:pPr>
            <a:r>
              <a:rPr i="1"/>
              <a:t>Write 2-3 full sentences first, then add bullets if helpful.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User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Who builds the software and who uses it?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Who are the developers and contributors?</a:t>
            </a:r>
          </a:p>
          <a:p>
            <a:pPr lvl="0"/>
            <a:r>
              <a:rPr/>
              <a:t>Who relies on the software in their research?</a:t>
            </a:r>
          </a:p>
          <a:p>
            <a:pPr lvl="0"/>
            <a:r>
              <a:rPr/>
              <a:t>What roles or expertise are involved?</a:t>
            </a:r>
          </a:p>
          <a:p>
            <a:pPr lvl="0"/>
            <a:r>
              <a:rPr/>
              <a:t>How do these groups interact?</a:t>
            </a:r>
          </a:p>
          <a:p>
            <a:pPr lvl="0"/>
            <a:r>
              <a:rPr/>
              <a:t>Are there gaps, risks, or single points of failure?</a:t>
            </a:r>
          </a:p>
          <a:p>
            <a:pPr lvl="0" indent="0" marL="0">
              <a:buNone/>
            </a:pPr>
            <a:r>
              <a:rPr i="1"/>
              <a:t>2-3 full sentences, then optional bullets.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Technical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software, technically?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What type of software is it (analysis tool, prototype, workflow, service…)?</a:t>
            </a:r>
          </a:p>
          <a:p>
            <a:pPr lvl="0"/>
            <a:r>
              <a:rPr/>
              <a:t>Which languages, frameworks, or technologies does it use?</a:t>
            </a:r>
          </a:p>
          <a:p>
            <a:pPr lvl="0"/>
            <a:r>
              <a:rPr/>
              <a:t>How large or complex is the codebase?</a:t>
            </a:r>
          </a:p>
          <a:p>
            <a:pPr lvl="0"/>
            <a:r>
              <a:rPr/>
              <a:t>What constraints shape it? (data size, performance, domain-specific rules)</a:t>
            </a:r>
          </a:p>
          <a:p>
            <a:pPr lvl="0" indent="0" marL="0">
              <a:buNone/>
            </a:pPr>
            <a:r>
              <a:rPr i="1"/>
              <a:t>Begin with full sentences.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Libraries &amp;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major libraries, systems, or ecosystems does the software depend on?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What scientific libraries, frameworks, or APIs does it rely on?</a:t>
            </a:r>
          </a:p>
          <a:p>
            <a:pPr lvl="0"/>
            <a:r>
              <a:rPr/>
              <a:t>Which external systems does it integrate with?</a:t>
            </a:r>
          </a:p>
          <a:p>
            <a:pPr lvl="0"/>
            <a:r>
              <a:rPr/>
              <a:t>What data formats or domain tools must it support?</a:t>
            </a:r>
          </a:p>
          <a:p>
            <a:pPr lvl="0"/>
            <a:r>
              <a:rPr/>
              <a:t>What does someone need to know before contributing?</a:t>
            </a:r>
          </a:p>
          <a:p>
            <a:pPr lvl="0" indent="0" marL="0">
              <a:buNone/>
            </a:pPr>
            <a:r>
              <a:rPr i="1"/>
              <a:t>Write 2-3 clear sentences before listing items.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Software Quality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practices guide development and collaboration?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How do you use version control?</a:t>
            </a:r>
          </a:p>
          <a:p>
            <a:pPr lvl="0"/>
            <a:r>
              <a:rPr/>
              <a:t>Is there code review? Testing? Release processes?</a:t>
            </a:r>
          </a:p>
          <a:p>
            <a:pPr lvl="0"/>
            <a:r>
              <a:rPr/>
              <a:t>How are decisions made?</a:t>
            </a:r>
          </a:p>
          <a:p>
            <a:pPr lvl="0"/>
            <a:r>
              <a:rPr/>
              <a:t>How do people communicate about changes?</a:t>
            </a:r>
          </a:p>
          <a:p>
            <a:pPr lvl="0"/>
            <a:r>
              <a:rPr/>
              <a:t>What’s informal but still important?</a:t>
            </a:r>
          </a:p>
          <a:p>
            <a:pPr lvl="0" indent="0" marL="0">
              <a:buNone/>
            </a:pPr>
            <a:r>
              <a:rPr i="1"/>
              <a:t>First: 2-3 sentences capturing reality as it is.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Developer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do new users and developers start using or contributing to the software?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What is a typical user (developer) journey?</a:t>
            </a:r>
          </a:p>
          <a:p>
            <a:pPr lvl="0"/>
            <a:r>
              <a:rPr/>
              <a:t>What do new contributors usually do first?</a:t>
            </a:r>
          </a:p>
          <a:p>
            <a:pPr lvl="0"/>
            <a:r>
              <a:rPr/>
              <a:t>What examples, notebooks, wikis, or tutorials exist?</a:t>
            </a:r>
          </a:p>
          <a:p>
            <a:pPr lvl="0"/>
            <a:r>
              <a:rPr/>
              <a:t>How do people learn the workflow?</a:t>
            </a:r>
          </a:p>
          <a:p>
            <a:pPr lvl="0"/>
            <a:r>
              <a:rPr/>
              <a:t>What obstacles do newcomers face?</a:t>
            </a:r>
          </a:p>
          <a:p>
            <a:pPr lvl="0" indent="0" marL="0">
              <a:buNone/>
            </a:pPr>
            <a:r>
              <a:rPr i="1"/>
              <a:t>Write full sentences about the “on-ramp”, then add bullets.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tools support development, quality, or reliability?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What linters, formatters, CI systems, or test runners are used?</a:t>
            </a:r>
          </a:p>
          <a:p>
            <a:pPr lvl="0"/>
            <a:r>
              <a:rPr/>
              <a:t>How do you containerise or package the environment?</a:t>
            </a:r>
          </a:p>
          <a:p>
            <a:pPr lvl="0"/>
            <a:r>
              <a:rPr/>
              <a:t>What workflow or documentation tools help keep things stable?</a:t>
            </a:r>
          </a:p>
          <a:p>
            <a:pPr lvl="0"/>
            <a:r>
              <a:rPr/>
              <a:t>Which of these tools make daily development easier?</a:t>
            </a:r>
          </a:p>
          <a:p>
            <a:pPr lvl="0" indent="0" marL="0">
              <a:buNone/>
            </a:pPr>
            <a:r>
              <a:rPr i="1"/>
              <a:t>Begin with sentences; bullets optional.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FAIR &amp; Open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does your software align with FAIR principles and open practices?</a:t>
            </a:r>
            <a:r>
              <a:rPr/>
              <a:t> </a:t>
            </a:r>
            <a:r>
              <a:rPr i="1"/>
              <a:t>2-3 sentences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Is the code publicly findable? How?</a:t>
            </a:r>
          </a:p>
          <a:p>
            <a:pPr lvl="0"/>
            <a:r>
              <a:rPr/>
              <a:t>What licence do you use?</a:t>
            </a:r>
          </a:p>
          <a:p>
            <a:pPr lvl="0"/>
            <a:r>
              <a:rPr/>
              <a:t>How can others access the software and its documentation?</a:t>
            </a:r>
          </a:p>
          <a:p>
            <a:pPr lvl="0"/>
            <a:r>
              <a:rPr/>
              <a:t>What formats or standards promote interoperability?</a:t>
            </a:r>
          </a:p>
          <a:p>
            <a:pPr lvl="0"/>
            <a:r>
              <a:rPr/>
              <a:t>How can others reuse or build on your work?</a:t>
            </a:r>
          </a:p>
          <a:p>
            <a:pPr lvl="0"/>
            <a:r>
              <a:rPr/>
              <a:t>How open is the development process?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documentation exists, and where is it?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Where is the main entry point?</a:t>
            </a:r>
          </a:p>
          <a:p>
            <a:pPr lvl="0"/>
            <a:r>
              <a:rPr/>
              <a:t>What forms of documentation exist (README, wiki, notebooks…)?</a:t>
            </a:r>
          </a:p>
          <a:p>
            <a:pPr lvl="0"/>
            <a:r>
              <a:rPr/>
              <a:t>What is missing or incomplete?</a:t>
            </a:r>
          </a:p>
          <a:p>
            <a:pPr lvl="0"/>
            <a:r>
              <a:rPr/>
              <a:t>What do users find most useful right now?</a:t>
            </a:r>
          </a:p>
          <a:p>
            <a:pPr lvl="0"/>
            <a:r>
              <a:rPr/>
              <a:t>What do </a:t>
            </a:r>
            <a:r>
              <a:rPr i="1"/>
              <a:t>you</a:t>
            </a:r>
            <a:r>
              <a:rPr/>
              <a:t> wish existed?</a:t>
            </a:r>
          </a:p>
          <a:p>
            <a:pPr lvl="0" indent="0" marL="0">
              <a:buNone/>
            </a:pPr>
            <a:r>
              <a:rPr i="1"/>
              <a:t>Write sentences first, then bullets for specifics.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is the software managed, maintained, and supported over time?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Who maintains it?</a:t>
            </a:r>
          </a:p>
          <a:p>
            <a:pPr lvl="0"/>
            <a:r>
              <a:rPr/>
              <a:t>How active is the project?</a:t>
            </a:r>
          </a:p>
          <a:p>
            <a:pPr lvl="0"/>
            <a:r>
              <a:rPr/>
              <a:t>What governance (formal or informal) exists?</a:t>
            </a:r>
          </a:p>
          <a:p>
            <a:pPr lvl="0"/>
            <a:r>
              <a:rPr/>
              <a:t>What funding supports development or maintenance?</a:t>
            </a:r>
          </a:p>
          <a:p>
            <a:pPr lvl="0"/>
            <a:r>
              <a:rPr/>
              <a:t>What risks or future uncertainties matter?</a:t>
            </a:r>
          </a:p>
          <a:p>
            <a:pPr lvl="0"/>
            <a:r>
              <a:rPr/>
              <a:t>What plans exist beyond current grants?</a:t>
            </a:r>
          </a:p>
          <a:p>
            <a:pPr lvl="0" indent="0" marL="0">
              <a:buNone/>
            </a:pPr>
            <a:r>
              <a:rPr i="1"/>
              <a:t>Begin with a few sentences. Clarity beats detail.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external material shapes or supports the project?</a:t>
            </a:r>
          </a:p>
          <a:p>
            <a:pPr lvl="0" indent="0" marL="0">
              <a:buNone/>
            </a:pPr>
            <a:r>
              <a:rPr/>
              <a:t>Prompts:</a:t>
            </a:r>
          </a:p>
          <a:p>
            <a:pPr lvl="0"/>
            <a:r>
              <a:rPr/>
              <a:t>Documentation</a:t>
            </a:r>
          </a:p>
          <a:p>
            <a:pPr lvl="0"/>
            <a:r>
              <a:rPr/>
              <a:t>Tools</a:t>
            </a:r>
          </a:p>
          <a:p>
            <a:pPr lvl="0"/>
            <a:r>
              <a:rPr/>
              <a:t>Research papers</a:t>
            </a:r>
          </a:p>
          <a:p>
            <a:pPr lvl="0"/>
            <a:r>
              <a:rPr/>
              <a:t>External standards</a:t>
            </a:r>
          </a:p>
          <a:p>
            <a:pPr lvl="0"/>
            <a:r>
              <a:rPr/>
              <a:t>Anything the story builds upon</a:t>
            </a:r>
          </a:p>
          <a:p>
            <a:pPr lvl="0" indent="0" marL="0">
              <a:buNone/>
            </a:pPr>
            <a:r>
              <a:rPr i="1"/>
              <a:t>Write 1-2 sentences, then list items.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Bringing Your Draft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goal today:</a:t>
            </a:r>
          </a:p>
          <a:p>
            <a:pPr lvl="0"/>
            <a:r>
              <a:rPr/>
              <a:t>Capture the essentials</a:t>
            </a:r>
          </a:p>
          <a:p>
            <a:pPr lvl="0"/>
            <a:r>
              <a:rPr/>
              <a:t>Write honestly</a:t>
            </a:r>
          </a:p>
          <a:p>
            <a:pPr lvl="0"/>
            <a:r>
              <a:rPr/>
              <a:t>Fill each section with at least 2-3 sentences</a:t>
            </a:r>
          </a:p>
          <a:p>
            <a:pPr lvl="0"/>
            <a:r>
              <a:rPr/>
              <a:t>Prefer clarity over polish</a:t>
            </a:r>
          </a:p>
          <a:p>
            <a:pPr lvl="0" indent="0" marL="0">
              <a:buNone/>
            </a:pPr>
            <a:r>
              <a:rPr/>
              <a:t>You can refine, shorten, or expand later.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2242"/>
            <a:ext cx="8229600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now have:</a:t>
            </a:r>
          </a:p>
          <a:p>
            <a:pPr lvl="0"/>
            <a:r>
              <a:rPr/>
              <a:t>A complete first draft structure</a:t>
            </a:r>
          </a:p>
          <a:p>
            <a:pPr lvl="0"/>
            <a:r>
              <a:rPr/>
              <a:t>A set of honest answers</a:t>
            </a:r>
          </a:p>
          <a:p>
            <a:pPr lvl="0"/>
            <a:r>
              <a:rPr/>
              <a:t>A basis for future refinement</a:t>
            </a:r>
          </a:p>
          <a:p>
            <a:pPr lvl="0"/>
            <a:r>
              <a:rPr/>
              <a:t>Material that strengthens your research</a:t>
            </a:r>
          </a:p>
          <a:p>
            <a:pPr lvl="0" indent="0" marL="0">
              <a:buNone/>
            </a:pPr>
            <a:r>
              <a:rPr/>
              <a:t>Keep iterating - the story grows with your project.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1159</Words>
  <Application>Microsoft Macintosh PowerPoint</Application>
  <PresentationFormat>On-screen Show (16:9)</PresentationFormat>
  <Paragraphs>232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Roboto</vt:lpstr>
      <vt:lpstr>Roboto Light</vt:lpstr>
      <vt:lpstr>Office Theme</vt:lpstr>
      <vt:lpstr>Strengthen your Research by Telling Its Software Story</vt:lpstr>
      <vt:lpstr>Why the Template Matters</vt:lpstr>
      <vt:lpstr>What We’re Doing in This Walkthrough</vt:lpstr>
      <vt:lpstr>First Impression: “This Looks Like a Lot”</vt:lpstr>
      <vt:lpstr>The Template as a Thinking Tool</vt:lpstr>
      <vt:lpstr>Section 1: The Problem</vt:lpstr>
      <vt:lpstr>Why “The Problem” Matters</vt:lpstr>
      <vt:lpstr>What To Write Here</vt:lpstr>
      <vt:lpstr>Section 2: The Community</vt:lpstr>
      <vt:lpstr>What This Section Reveals</vt:lpstr>
      <vt:lpstr>Why This Section Matters</vt:lpstr>
      <vt:lpstr>Section 3: Technical Aspects</vt:lpstr>
      <vt:lpstr>What Goes Here</vt:lpstr>
      <vt:lpstr>Why This Helps Readers</vt:lpstr>
      <vt:lpstr>Section 3a: Libraries &amp; Systems</vt:lpstr>
      <vt:lpstr>What This Tells People</vt:lpstr>
      <vt:lpstr>Section 4: Software Practices</vt:lpstr>
      <vt:lpstr>What To Include</vt:lpstr>
      <vt:lpstr>Why Practices Matter</vt:lpstr>
      <vt:lpstr>Section 5: Community (Adoption &amp; Onboarding)</vt:lpstr>
      <vt:lpstr>What Goes Here</vt:lpstr>
      <vt:lpstr>Why This Section Is Valuable</vt:lpstr>
      <vt:lpstr>Section 6: Tools</vt:lpstr>
      <vt:lpstr>What To Describe</vt:lpstr>
      <vt:lpstr>Why Tools Matter</vt:lpstr>
      <vt:lpstr>Link to RSQKit</vt:lpstr>
      <vt:lpstr>Section 7: FAIR &amp; Open</vt:lpstr>
      <vt:lpstr>FAIR: What To Address</vt:lpstr>
      <vt:lpstr>Open: What To Address</vt:lpstr>
      <vt:lpstr>Why FAIR &amp; Open Matter</vt:lpstr>
      <vt:lpstr>Section 8: Documentation</vt:lpstr>
      <vt:lpstr>What To Describe</vt:lpstr>
      <vt:lpstr>The Key Message</vt:lpstr>
      <vt:lpstr>Section 9: Sustainability</vt:lpstr>
      <vt:lpstr>What Goes Here</vt:lpstr>
      <vt:lpstr>Why Sustainability Matters</vt:lpstr>
      <vt:lpstr>Section 10: References</vt:lpstr>
      <vt:lpstr>What References Show</vt:lpstr>
      <vt:lpstr>Bringing It All Together</vt:lpstr>
      <vt:lpstr>What This Template Really Does</vt:lpstr>
      <vt:lpstr>The Aim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Strengthen your Research by Telling Its Software Story</dc:title>
  <dc:creator>EVERSE Network Training, Michael Sparks (Nov 2025)</dc:creator>
  <cp:keywords/>
  <dcterms:created xsi:type="dcterms:W3CDTF">2025-11-18T11:54:21Z</dcterms:created>
  <dcterms:modified xsi:type="dcterms:W3CDTF">2025-11-18T11:54:21Z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t</vt:lpwstr>
  </property>
  <property fmtid="{D5CDD505-2E9C-101B-9397-08002B2CF9AE}" pid="4" name="colorlinks">
    <vt:lpwstr>True</vt:lpwstr>
  </property>
  <property fmtid="{D5CDD505-2E9C-101B-9397-08002B2CF9AE}" pid="5" name="colortheme">
    <vt:lpwstr>dolphin</vt:lpwstr>
  </property>
  <property fmtid="{D5CDD505-2E9C-101B-9397-08002B2CF9AE}" pid="6" name="fontsize">
    <vt:lpwstr>10pt</vt:lpwstr>
  </property>
  <property fmtid="{D5CDD505-2E9C-101B-9397-08002B2CF9AE}" pid="7" name="header-includes">
    <vt:lpwstr/>
  </property>
  <property fmtid="{D5CDD505-2E9C-101B-9397-08002B2CF9AE}" pid="8" name="linestretch">
    <vt:lpwstr>1</vt:lpwstr>
  </property>
  <property fmtid="{D5CDD505-2E9C-101B-9397-08002B2CF9AE}" pid="9" name="linkcolor">
    <vt:lpwstr>blue</vt:lpwstr>
  </property>
  <property fmtid="{D5CDD505-2E9C-101B-9397-08002B2CF9AE}" pid="10" name="linkstyle">
    <vt:lpwstr>bold</vt:lpwstr>
  </property>
  <property fmtid="{D5CDD505-2E9C-101B-9397-08002B2CF9AE}" pid="11" name="mainfont">
    <vt:lpwstr>LiberationSerif-Regular</vt:lpwstr>
  </property>
  <property fmtid="{D5CDD505-2E9C-101B-9397-08002B2CF9AE}" pid="12" name="mainfontoptions">
    <vt:lpwstr/>
  </property>
  <property fmtid="{D5CDD505-2E9C-101B-9397-08002B2CF9AE}" pid="13" name="monofont">
    <vt:lpwstr>UnTaza</vt:lpwstr>
  </property>
  <property fmtid="{D5CDD505-2E9C-101B-9397-08002B2CF9AE}" pid="14" name="monofontoptions">
    <vt:lpwstr/>
  </property>
  <property fmtid="{D5CDD505-2E9C-101B-9397-08002B2CF9AE}" pid="15" name="output">
    <vt:lpwstr>beamer_presentation</vt:lpwstr>
  </property>
  <property fmtid="{D5CDD505-2E9C-101B-9397-08002B2CF9AE}" pid="16" name="papersize">
    <vt:lpwstr>a4</vt:lpwstr>
  </property>
  <property fmtid="{D5CDD505-2E9C-101B-9397-08002B2CF9AE}" pid="17" name="pdf-engine">
    <vt:lpwstr>xelatex</vt:lpwstr>
  </property>
  <property fmtid="{D5CDD505-2E9C-101B-9397-08002B2CF9AE}" pid="18" name="subtitle">
    <vt:lpwstr>5 - Guided Writing Session</vt:lpwstr>
  </property>
  <property fmtid="{D5CDD505-2E9C-101B-9397-08002B2CF9AE}" pid="19" name="theme">
    <vt:lpwstr>Madrid</vt:lpwstr>
  </property>
  <property fmtid="{D5CDD505-2E9C-101B-9397-08002B2CF9AE}" pid="20" name="toc">
    <vt:lpwstr>False</vt:lpwstr>
  </property>
  <property fmtid="{D5CDD505-2E9C-101B-9397-08002B2CF9AE}" pid="21" name="urlcolor">
    <vt:lpwstr>red</vt:lpwstr>
  </property>
</Properties>
</file>