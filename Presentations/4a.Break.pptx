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Override PartName="/docProps/app.xml" ContentType="application/vnd.openxmlformats-officedocument.extended-properti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7216"/>
    <p:restoredTop autoAdjust="0" sz="96354"/>
  </p:normalViewPr>
  <p:slideViewPr>
    <p:cSldViewPr snapToGrid="0" snapToObjects="1">
      <p:cViewPr>
        <p:scale>
          <a:sx d="100" n="156"/>
          <a:sy d="100" n="156"/>
        </p:scale>
        <p:origin x="248" y="44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notesMaster" Target="notesMasters/notesMaster1.xml" /><Relationship Id="rId8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to resync to the hour - minimum 5 minutes. Maximum 5 minutes if overruning. Otherwise, 10 minutes or so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 algn="l">
              <a:defRPr baseline="0">
                <a:latin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914650"/>
            <a:ext cx="6400800" cy="131445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1"/>
                </a:solidFill>
                <a:latin typeface="Roboto Light" panose="02000000000000000000" pitchFamily="2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62242"/>
            <a:ext cx="8229600" cy="857250"/>
          </a:xfrm>
        </p:spPr>
        <p:txBody>
          <a:bodyPr/>
          <a:lstStyle>
            <a:lvl1pPr algn="l">
              <a:defRPr baseline="0">
                <a:latin typeface="Roboto Light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31917"/>
            <a:ext cx="8229600" cy="3062705"/>
          </a:xfrm>
        </p:spPr>
        <p:txBody>
          <a:bodyPr/>
          <a:lstStyle>
            <a:lvl1pPr>
              <a:defRPr sz="1800" baseline="0">
                <a:latin typeface="Roboto Light" panose="02000000000000000000" pitchFamily="2" charset="0"/>
              </a:defRPr>
            </a:lvl1pPr>
            <a:lvl2pPr>
              <a:defRPr sz="1800" baseline="0">
                <a:latin typeface="Roboto Light" panose="02000000000000000000" pitchFamily="2" charset="0"/>
              </a:defRPr>
            </a:lvl2pPr>
            <a:lvl3pPr>
              <a:defRPr sz="1800" baseline="0">
                <a:latin typeface="Roboto Light" panose="02000000000000000000" pitchFamily="2" charset="0"/>
              </a:defRPr>
            </a:lvl3pPr>
            <a:lvl4pPr>
              <a:defRPr sz="1800" baseline="0">
                <a:latin typeface="Roboto Light" panose="02000000000000000000" pitchFamily="2" charset="0"/>
              </a:defRPr>
            </a:lvl4pPr>
            <a:lvl5pPr>
              <a:defRPr sz="1800" baseline="0">
                <a:latin typeface="Roboto Light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8DDAD8-9F94-7BB2-18E4-64F35EF11890}"/>
              </a:ext>
            </a:extLst>
          </p:cNvPr>
          <p:cNvSpPr txBox="1"/>
          <p:nvPr userDrawn="1"/>
        </p:nvSpPr>
        <p:spPr>
          <a:xfrm>
            <a:off x="3902529" y="4777227"/>
            <a:ext cx="524147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aseline="0" dirty="0" err="1">
                <a:latin typeface="Roboto Light" panose="02000000000000000000" pitchFamily="2" charset="0"/>
              </a:rPr>
              <a:t>michael.sparks@manchester.ac.uk</a:t>
            </a:r>
            <a:r>
              <a:rPr lang="en-US" sz="1050" baseline="0" dirty="0">
                <a:latin typeface="Roboto Light" panose="02000000000000000000" pitchFamily="2" charset="0"/>
              </a:rPr>
              <a:t> - https://</a:t>
            </a:r>
            <a:r>
              <a:rPr lang="en-US" sz="1050" baseline="0" dirty="0" err="1">
                <a:latin typeface="Roboto Light" panose="02000000000000000000" pitchFamily="2" charset="0"/>
              </a:rPr>
              <a:t>www.linkedin.com</a:t>
            </a:r>
            <a:r>
              <a:rPr lang="en-US" sz="1050" baseline="0" dirty="0">
                <a:latin typeface="Roboto Light" panose="02000000000000000000" pitchFamily="2" charset="0"/>
              </a:rPr>
              <a:t>/in/</a:t>
            </a:r>
            <a:r>
              <a:rPr lang="en-US" sz="1050" baseline="0" dirty="0" err="1">
                <a:latin typeface="Roboto Light" panose="02000000000000000000" pitchFamily="2" charset="0"/>
              </a:rPr>
              <a:t>michael</a:t>
            </a:r>
            <a:r>
              <a:rPr lang="en-US" sz="1050" baseline="0" dirty="0">
                <a:latin typeface="Roboto Light" panose="02000000000000000000" pitchFamily="2" charset="0"/>
              </a:rPr>
              <a:t>-sparks-</a:t>
            </a:r>
            <a:r>
              <a:rPr lang="en-US" sz="1050" baseline="0" dirty="0" err="1">
                <a:latin typeface="Roboto Light" panose="02000000000000000000" pitchFamily="2" charset="0"/>
              </a:rPr>
              <a:t>uk</a:t>
            </a:r>
            <a:r>
              <a:rPr lang="en-US" sz="1050" baseline="0" dirty="0">
                <a:latin typeface="Roboto Light" panose="02000000000000000000" pitchFamily="2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hyperlink" Target="https://tinyurl.com/EVERSE202511-RSS" TargetMode="Externa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Short Break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6858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Support Materials </a:t>
            </a:r>
            <a:r>
              <a:rPr>
                <a:hlinkClick r:id="rId2"/>
              </a:rPr>
              <a:t>https://tinyurl.com/EVERSE202511-RSS</a:t>
            </a: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62242"/>
            <a:ext cx="8229600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Short Break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1159</Words>
  <Application>Microsoft Macintosh PowerPoint</Application>
  <PresentationFormat>On-screen Show (16:9)</PresentationFormat>
  <Paragraphs>232</Paragraphs>
  <Slides>41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Calibri</vt:lpstr>
      <vt:lpstr>Roboto</vt:lpstr>
      <vt:lpstr>Roboto Light</vt:lpstr>
      <vt:lpstr>Office Theme</vt:lpstr>
      <vt:lpstr>Strengthen your Research by Telling Its Software Story</vt:lpstr>
      <vt:lpstr>Why the Template Matters</vt:lpstr>
      <vt:lpstr>What We’re Doing in This Walkthrough</vt:lpstr>
      <vt:lpstr>First Impression: “This Looks Like a Lot”</vt:lpstr>
      <vt:lpstr>The Template as a Thinking Tool</vt:lpstr>
      <vt:lpstr>Section 1: The Problem</vt:lpstr>
      <vt:lpstr>Why “The Problem” Matters</vt:lpstr>
      <vt:lpstr>What To Write Here</vt:lpstr>
      <vt:lpstr>Section 2: The Community</vt:lpstr>
      <vt:lpstr>What This Section Reveals</vt:lpstr>
      <vt:lpstr>Why This Section Matters</vt:lpstr>
      <vt:lpstr>Section 3: Technical Aspects</vt:lpstr>
      <vt:lpstr>What Goes Here</vt:lpstr>
      <vt:lpstr>Why This Helps Readers</vt:lpstr>
      <vt:lpstr>Section 3a: Libraries &amp; Systems</vt:lpstr>
      <vt:lpstr>What This Tells People</vt:lpstr>
      <vt:lpstr>Section 4: Software Practices</vt:lpstr>
      <vt:lpstr>What To Include</vt:lpstr>
      <vt:lpstr>Why Practices Matter</vt:lpstr>
      <vt:lpstr>Section 5: Community (Adoption &amp; Onboarding)</vt:lpstr>
      <vt:lpstr>What Goes Here</vt:lpstr>
      <vt:lpstr>Why This Section Is Valuable</vt:lpstr>
      <vt:lpstr>Section 6: Tools</vt:lpstr>
      <vt:lpstr>What To Describe</vt:lpstr>
      <vt:lpstr>Why Tools Matter</vt:lpstr>
      <vt:lpstr>Link to RSQKit</vt:lpstr>
      <vt:lpstr>Section 7: FAIR &amp; Open</vt:lpstr>
      <vt:lpstr>FAIR: What To Address</vt:lpstr>
      <vt:lpstr>Open: What To Address</vt:lpstr>
      <vt:lpstr>Why FAIR &amp; Open Matter</vt:lpstr>
      <vt:lpstr>Section 8: Documentation</vt:lpstr>
      <vt:lpstr>What To Describe</vt:lpstr>
      <vt:lpstr>The Key Message</vt:lpstr>
      <vt:lpstr>Section 9: Sustainability</vt:lpstr>
      <vt:lpstr>What Goes Here</vt:lpstr>
      <vt:lpstr>Why Sustainability Matters</vt:lpstr>
      <vt:lpstr>Section 10: References</vt:lpstr>
      <vt:lpstr>What References Show</vt:lpstr>
      <vt:lpstr>Bringing It All Together</vt:lpstr>
      <vt:lpstr>What This Template Really Does</vt:lpstr>
      <vt:lpstr>The Aim Today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Short Break</dc:title>
  <dc:creator/>
  <cp:keywords/>
  <dcterms:created xsi:type="dcterms:W3CDTF">2025-11-18T11:54:21Z</dcterms:created>
  <dcterms:modified xsi:type="dcterms:W3CDTF">2025-11-18T11:54:21Z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pectratio">
    <vt:lpwstr>169</vt:lpwstr>
  </property>
  <property fmtid="{D5CDD505-2E9C-101B-9397-08002B2CF9AE}" pid="3" name="classoption">
    <vt:lpwstr>t</vt:lpwstr>
  </property>
  <property fmtid="{D5CDD505-2E9C-101B-9397-08002B2CF9AE}" pid="4" name="colorlinks">
    <vt:lpwstr>True</vt:lpwstr>
  </property>
  <property fmtid="{D5CDD505-2E9C-101B-9397-08002B2CF9AE}" pid="5" name="colortheme">
    <vt:lpwstr>dolphin</vt:lpwstr>
  </property>
  <property fmtid="{D5CDD505-2E9C-101B-9397-08002B2CF9AE}" pid="6" name="fontsize">
    <vt:lpwstr>10pt</vt:lpwstr>
  </property>
  <property fmtid="{D5CDD505-2E9C-101B-9397-08002B2CF9AE}" pid="7" name="header-includes">
    <vt:lpwstr/>
  </property>
  <property fmtid="{D5CDD505-2E9C-101B-9397-08002B2CF9AE}" pid="8" name="linestretch">
    <vt:lpwstr>1</vt:lpwstr>
  </property>
  <property fmtid="{D5CDD505-2E9C-101B-9397-08002B2CF9AE}" pid="9" name="linkcolor">
    <vt:lpwstr>blue</vt:lpwstr>
  </property>
  <property fmtid="{D5CDD505-2E9C-101B-9397-08002B2CF9AE}" pid="10" name="linkstyle">
    <vt:lpwstr>bold</vt:lpwstr>
  </property>
  <property fmtid="{D5CDD505-2E9C-101B-9397-08002B2CF9AE}" pid="11" name="mainfont">
    <vt:lpwstr>LiberationSerif-Regular</vt:lpwstr>
  </property>
  <property fmtid="{D5CDD505-2E9C-101B-9397-08002B2CF9AE}" pid="12" name="mainfontoptions">
    <vt:lpwstr/>
  </property>
  <property fmtid="{D5CDD505-2E9C-101B-9397-08002B2CF9AE}" pid="13" name="monofont">
    <vt:lpwstr>UnTaza</vt:lpwstr>
  </property>
  <property fmtid="{D5CDD505-2E9C-101B-9397-08002B2CF9AE}" pid="14" name="monofontoptions">
    <vt:lpwstr/>
  </property>
  <property fmtid="{D5CDD505-2E9C-101B-9397-08002B2CF9AE}" pid="15" name="output">
    <vt:lpwstr>beamer_presentation</vt:lpwstr>
  </property>
  <property fmtid="{D5CDD505-2E9C-101B-9397-08002B2CF9AE}" pid="16" name="papersize">
    <vt:lpwstr>a4</vt:lpwstr>
  </property>
  <property fmtid="{D5CDD505-2E9C-101B-9397-08002B2CF9AE}" pid="17" name="pdf-engine">
    <vt:lpwstr>xelatex</vt:lpwstr>
  </property>
  <property fmtid="{D5CDD505-2E9C-101B-9397-08002B2CF9AE}" pid="18" name="subtitle">
    <vt:lpwstr>Support Materials https://tinyurl.com/EVERSE202511-RSS</vt:lpwstr>
  </property>
  <property fmtid="{D5CDD505-2E9C-101B-9397-08002B2CF9AE}" pid="19" name="theme">
    <vt:lpwstr>Madrid</vt:lpwstr>
  </property>
  <property fmtid="{D5CDD505-2E9C-101B-9397-08002B2CF9AE}" pid="20" name="toc">
    <vt:lpwstr>False</vt:lpwstr>
  </property>
  <property fmtid="{D5CDD505-2E9C-101B-9397-08002B2CF9AE}" pid="21" name="urlcolor">
    <vt:lpwstr>red</vt:lpwstr>
  </property>
</Properties>
</file>